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9C5EC-8662-4758-8ECC-453A5B04F14C}" v="2" dt="2026-01-27T09:04:19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109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y Jenkins" userId="04e209669d46d7b2" providerId="LiveId" clId="{9443B3D3-7CEA-4138-A7D7-A2FC736B32FE}"/>
    <pc:docChg chg="undo custSel addSld delSld modSld">
      <pc:chgData name="Brady Jenkins" userId="04e209669d46d7b2" providerId="LiveId" clId="{9443B3D3-7CEA-4138-A7D7-A2FC736B32FE}" dt="2026-01-28T23:14:00.479" v="1029" actId="20577"/>
      <pc:docMkLst>
        <pc:docMk/>
      </pc:docMkLst>
      <pc:sldChg chg="modSp new mod">
        <pc:chgData name="Brady Jenkins" userId="04e209669d46d7b2" providerId="LiveId" clId="{9443B3D3-7CEA-4138-A7D7-A2FC736B32FE}" dt="2026-01-28T23:14:00.479" v="1029" actId="20577"/>
        <pc:sldMkLst>
          <pc:docMk/>
          <pc:sldMk cId="1437812920" sldId="256"/>
        </pc:sldMkLst>
        <pc:spChg chg="mod">
          <ac:chgData name="Brady Jenkins" userId="04e209669d46d7b2" providerId="LiveId" clId="{9443B3D3-7CEA-4138-A7D7-A2FC736B32FE}" dt="2026-01-27T08:58:55.320" v="14" actId="20577"/>
          <ac:spMkLst>
            <pc:docMk/>
            <pc:sldMk cId="1437812920" sldId="256"/>
            <ac:spMk id="2" creationId="{AE4F1139-47EE-7DA8-1D60-0ED18589AB71}"/>
          </ac:spMkLst>
        </pc:spChg>
        <pc:spChg chg="mod">
          <ac:chgData name="Brady Jenkins" userId="04e209669d46d7b2" providerId="LiveId" clId="{9443B3D3-7CEA-4138-A7D7-A2FC736B32FE}" dt="2026-01-28T23:14:00.479" v="1029" actId="20577"/>
          <ac:spMkLst>
            <pc:docMk/>
            <pc:sldMk cId="1437812920" sldId="256"/>
            <ac:spMk id="3" creationId="{9D6AB102-09CD-7915-E828-9C6E9CEFB5AF}"/>
          </ac:spMkLst>
        </pc:spChg>
      </pc:sldChg>
      <pc:sldChg chg="modSp new mod">
        <pc:chgData name="Brady Jenkins" userId="04e209669d46d7b2" providerId="LiveId" clId="{9443B3D3-7CEA-4138-A7D7-A2FC736B32FE}" dt="2026-01-27T09:06:52.479" v="921" actId="20577"/>
        <pc:sldMkLst>
          <pc:docMk/>
          <pc:sldMk cId="722979814" sldId="257"/>
        </pc:sldMkLst>
        <pc:spChg chg="mod">
          <ac:chgData name="Brady Jenkins" userId="04e209669d46d7b2" providerId="LiveId" clId="{9443B3D3-7CEA-4138-A7D7-A2FC736B32FE}" dt="2026-01-27T08:59:13.334" v="45" actId="20577"/>
          <ac:spMkLst>
            <pc:docMk/>
            <pc:sldMk cId="722979814" sldId="257"/>
            <ac:spMk id="2" creationId="{0D4DD812-4310-7DA8-4D49-067081D4405A}"/>
          </ac:spMkLst>
        </pc:spChg>
        <pc:spChg chg="mod">
          <ac:chgData name="Brady Jenkins" userId="04e209669d46d7b2" providerId="LiveId" clId="{9443B3D3-7CEA-4138-A7D7-A2FC736B32FE}" dt="2026-01-27T09:06:52.479" v="921" actId="20577"/>
          <ac:spMkLst>
            <pc:docMk/>
            <pc:sldMk cId="722979814" sldId="257"/>
            <ac:spMk id="3" creationId="{57F05327-EF00-3938-718D-1BF4E0075993}"/>
          </ac:spMkLst>
        </pc:spChg>
      </pc:sldChg>
      <pc:sldChg chg="modSp new mod">
        <pc:chgData name="Brady Jenkins" userId="04e209669d46d7b2" providerId="LiveId" clId="{9443B3D3-7CEA-4138-A7D7-A2FC736B32FE}" dt="2026-01-27T09:09:11.895" v="1016" actId="20577"/>
        <pc:sldMkLst>
          <pc:docMk/>
          <pc:sldMk cId="9782619" sldId="258"/>
        </pc:sldMkLst>
        <pc:spChg chg="mod">
          <ac:chgData name="Brady Jenkins" userId="04e209669d46d7b2" providerId="LiveId" clId="{9443B3D3-7CEA-4138-A7D7-A2FC736B32FE}" dt="2026-01-27T09:01:16.964" v="273" actId="20577"/>
          <ac:spMkLst>
            <pc:docMk/>
            <pc:sldMk cId="9782619" sldId="258"/>
            <ac:spMk id="2" creationId="{ED462B36-8825-50C0-6CF8-92638BCE0BC2}"/>
          </ac:spMkLst>
        </pc:spChg>
        <pc:spChg chg="mod">
          <ac:chgData name="Brady Jenkins" userId="04e209669d46d7b2" providerId="LiveId" clId="{9443B3D3-7CEA-4138-A7D7-A2FC736B32FE}" dt="2026-01-27T09:09:11.895" v="1016" actId="20577"/>
          <ac:spMkLst>
            <pc:docMk/>
            <pc:sldMk cId="9782619" sldId="258"/>
            <ac:spMk id="3" creationId="{16DEA2B3-0243-971A-1509-4FEFA0BFA119}"/>
          </ac:spMkLst>
        </pc:spChg>
      </pc:sldChg>
      <pc:sldChg chg="modSp new del mod">
        <pc:chgData name="Brady Jenkins" userId="04e209669d46d7b2" providerId="LiveId" clId="{9443B3D3-7CEA-4138-A7D7-A2FC736B32FE}" dt="2026-01-27T09:04:24.080" v="729" actId="2696"/>
        <pc:sldMkLst>
          <pc:docMk/>
          <pc:sldMk cId="2442122541" sldId="259"/>
        </pc:sldMkLst>
        <pc:spChg chg="mod">
          <ac:chgData name="Brady Jenkins" userId="04e209669d46d7b2" providerId="LiveId" clId="{9443B3D3-7CEA-4138-A7D7-A2FC736B32FE}" dt="2026-01-27T09:03:19.842" v="682" actId="20577"/>
          <ac:spMkLst>
            <pc:docMk/>
            <pc:sldMk cId="2442122541" sldId="259"/>
            <ac:spMk id="2" creationId="{D1136177-816B-F7DD-1E7A-889B2ACCDA3C}"/>
          </ac:spMkLst>
        </pc:spChg>
        <pc:spChg chg="mod">
          <ac:chgData name="Brady Jenkins" userId="04e209669d46d7b2" providerId="LiveId" clId="{9443B3D3-7CEA-4138-A7D7-A2FC736B32FE}" dt="2026-01-27T09:03:34.530" v="706" actId="6549"/>
          <ac:spMkLst>
            <pc:docMk/>
            <pc:sldMk cId="2442122541" sldId="259"/>
            <ac:spMk id="3" creationId="{17F24054-51ED-62EE-155A-F2F00C266505}"/>
          </ac:spMkLst>
        </pc:spChg>
      </pc:sldChg>
      <pc:sldChg chg="new del">
        <pc:chgData name="Brady Jenkins" userId="04e209669d46d7b2" providerId="LiveId" clId="{9443B3D3-7CEA-4138-A7D7-A2FC736B32FE}" dt="2026-01-27T09:03:51.453" v="708" actId="680"/>
        <pc:sldMkLst>
          <pc:docMk/>
          <pc:sldMk cId="540668044" sldId="260"/>
        </pc:sldMkLst>
      </pc:sldChg>
      <pc:sldChg chg="new del">
        <pc:chgData name="Brady Jenkins" userId="04e209669d46d7b2" providerId="LiveId" clId="{9443B3D3-7CEA-4138-A7D7-A2FC736B32FE}" dt="2026-01-27T09:03:55.351" v="710" actId="680"/>
        <pc:sldMkLst>
          <pc:docMk/>
          <pc:sldMk cId="863563978" sldId="260"/>
        </pc:sldMkLst>
      </pc:sldChg>
      <pc:sldChg chg="modSp new mod">
        <pc:chgData name="Brady Jenkins" userId="04e209669d46d7b2" providerId="LiveId" clId="{9443B3D3-7CEA-4138-A7D7-A2FC736B32FE}" dt="2026-01-27T09:06:29.980" v="888" actId="20577"/>
        <pc:sldMkLst>
          <pc:docMk/>
          <pc:sldMk cId="4058195865" sldId="260"/>
        </pc:sldMkLst>
        <pc:spChg chg="mod">
          <ac:chgData name="Brady Jenkins" userId="04e209669d46d7b2" providerId="LiveId" clId="{9443B3D3-7CEA-4138-A7D7-A2FC736B32FE}" dt="2026-01-27T09:04:15.122" v="727"/>
          <ac:spMkLst>
            <pc:docMk/>
            <pc:sldMk cId="4058195865" sldId="260"/>
            <ac:spMk id="2" creationId="{25B35606-BADA-8262-8968-2853A05D1FB7}"/>
          </ac:spMkLst>
        </pc:spChg>
        <pc:spChg chg="mod">
          <ac:chgData name="Brady Jenkins" userId="04e209669d46d7b2" providerId="LiveId" clId="{9443B3D3-7CEA-4138-A7D7-A2FC736B32FE}" dt="2026-01-27T09:04:05.352" v="722" actId="20577"/>
          <ac:spMkLst>
            <pc:docMk/>
            <pc:sldMk cId="4058195865" sldId="260"/>
            <ac:spMk id="3" creationId="{618C82E3-D792-4BFF-BD94-E5CD3AAC99B9}"/>
          </ac:spMkLst>
        </pc:spChg>
        <pc:spChg chg="mod">
          <ac:chgData name="Brady Jenkins" userId="04e209669d46d7b2" providerId="LiveId" clId="{9443B3D3-7CEA-4138-A7D7-A2FC736B32FE}" dt="2026-01-27T09:06:29.980" v="888" actId="20577"/>
          <ac:spMkLst>
            <pc:docMk/>
            <pc:sldMk cId="4058195865" sldId="260"/>
            <ac:spMk id="4" creationId="{1F9EADA2-6F23-38B7-86C5-819FD1D71333}"/>
          </ac:spMkLst>
        </pc:spChg>
        <pc:spChg chg="mod">
          <ac:chgData name="Brady Jenkins" userId="04e209669d46d7b2" providerId="LiveId" clId="{9443B3D3-7CEA-4138-A7D7-A2FC736B32FE}" dt="2026-01-27T09:04:08.812" v="726" actId="20577"/>
          <ac:spMkLst>
            <pc:docMk/>
            <pc:sldMk cId="4058195865" sldId="260"/>
            <ac:spMk id="5" creationId="{A1AC02A9-C08D-459B-25B3-937BD1AFF3F2}"/>
          </ac:spMkLst>
        </pc:spChg>
        <pc:spChg chg="mod">
          <ac:chgData name="Brady Jenkins" userId="04e209669d46d7b2" providerId="LiveId" clId="{9443B3D3-7CEA-4138-A7D7-A2FC736B32FE}" dt="2026-01-27T09:05:42.863" v="868" actId="20577"/>
          <ac:spMkLst>
            <pc:docMk/>
            <pc:sldMk cId="4058195865" sldId="260"/>
            <ac:spMk id="6" creationId="{3F72269B-9023-1DF2-0C8A-0D4CD5A424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CC60-51AB-27F8-C4E0-67189EB0C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31090-B0DD-59D1-6EA9-A245D2368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D61D2-B7C0-4C3F-8729-2414E835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33B9D-7BC6-54BA-9FA3-BBB60D74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A603E-4D7B-5B1A-22D2-4C8BBDE3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8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E5C0-491E-A98B-F125-B8F17266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B71F4-F624-657C-9217-A072E47C0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1C354-A273-4492-76ED-80E748EA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AB50B-4661-60FE-7412-29A1DE3C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14B5-2A5B-AA98-694E-015DFA1A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9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F2FD-91EE-2EBC-2DAA-FA423BF5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57E46-CED6-1518-0620-28F9BB53F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F4003-E3A7-99FD-6CC6-141299BC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DF9EB-5571-759A-56FB-32758331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7BFEF-7843-B331-0339-E555468E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4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7D69-7317-E31E-75A2-2CC59A99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8F0FA-AD8D-84BA-B4B7-264A4E06E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D270D-8BF3-47D9-64F6-3EF9AA1D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A729D-1E0C-212D-11AE-A9E2B5E8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00E42-27F4-E6F5-692E-40410F09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3696D-F837-E4E5-C10A-C143B4C3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393F-051B-4515-B04F-EDB838D9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CDDF5-21A4-C020-0D2B-5893E2A40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68C3A-2801-2CA1-7DE9-2D2BC37F8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279DD-9316-BA1C-0C9D-B41484498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3B73B-F47D-43B7-73E4-F93A50673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5E006-CC02-C185-82D8-2E7F373A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509FB-2961-D8F5-9A2C-FD2E54F5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20FB4-7184-2160-95ED-76AAE390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1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2C17-3142-180C-6A7A-8425F5DE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EA94-C001-353D-7E55-C4F0C3B8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E4FA1-64F4-DECE-BCE6-5A3F6490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AD8E8-2B0D-23FF-E514-4CFBCA4D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0EE50-359E-1629-6CE1-E000E72A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E9EC6-ED46-527C-3132-6E67BE76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60596-93B0-44D3-54E8-4F4D71CC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7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6D4D6-B7E8-284B-91F4-C34EC4CB5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2E10-79F0-7C83-248B-6C1BEA83E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DA19C-1752-C9CE-B004-623E4C09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D50DF-A917-4FB0-C977-24D5FE50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5AF9A-0199-5F67-E777-48CAE43D5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8610B-B929-84FB-6691-D338F429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9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5AE9-D60B-5D2D-C561-7D185602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4DBD6E-1627-2F16-F480-11B048A5A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800D4-1DFF-1469-99AF-041C61FCF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1EDA3-B795-456D-C67D-035F8459C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47C0C-9617-1E63-182F-3DAFB316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E19AD-FD28-B486-6A78-5BBB3630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34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AA2F-7F45-F101-71AB-11BC7C77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9E50A-98CB-5BF0-998F-C332A064F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56710-F677-4FDF-FF67-1A495443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812AF-CF2F-B168-C1E3-CC18C47D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0085A-F98C-A650-3F9E-C2FF2A58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4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3ADB4-C661-6DC1-9C21-CD63A2844E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CC91C-AA82-5D70-8DEF-105249839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68FD5-78A4-3BA1-9903-6F80332B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9950-BEBE-9D0E-1354-763BBDB9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10EDF-7691-C03B-D99F-1B77EFC2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1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52A08-64A9-54EF-6BEF-BEEEF250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10080-0F32-EE28-F9A5-F5AA240D9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00822-CAE7-16EF-82CF-B905F69AD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5FB49-17E8-4F75-A39C-03F00A668640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5C916-4F4A-225F-9C6E-F35083C37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C5C40-E809-8CDD-177D-711BC25E4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756C4-2ADC-440D-A020-2B573254A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1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139-47EE-7DA8-1D60-0ED18589AB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Ram Crisis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AB102-09CD-7915-E828-9C6E9CEFB5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Brady Jenkins</a:t>
            </a:r>
          </a:p>
        </p:txBody>
      </p:sp>
    </p:spTree>
    <p:extLst>
      <p:ext uri="{BB962C8B-B14F-4D97-AF65-F5344CB8AC3E}">
        <p14:creationId xmlns:p14="http://schemas.microsoft.com/office/powerpoint/2010/main" val="1437812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2B36-8825-50C0-6CF8-92638BCE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Ram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EA2B3-0243-971A-1509-4FEFA0BFA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Ram Prices are going up and many companies and people who buy ram are getting worried about its increased price.</a:t>
            </a:r>
          </a:p>
          <a:p>
            <a:r>
              <a:rPr lang="en-US" dirty="0"/>
              <a:t>It is unknown how this </a:t>
            </a:r>
            <a:r>
              <a:rPr lang="en-US"/>
              <a:t>will turn 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D812-4310-7DA8-4D49-067081D4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there a Ram Crisis?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5327-EF00-3938-718D-1BF4E0075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manufacturers have found it more profitable to sell their product to AI data centers due to the rise of AI</a:t>
            </a:r>
          </a:p>
          <a:p>
            <a:r>
              <a:rPr lang="en-US" dirty="0"/>
              <a:t>Thus, everything else; computers, gaming hardware, etc. get what’s left and are no longer a priority</a:t>
            </a:r>
          </a:p>
        </p:txBody>
      </p:sp>
    </p:spTree>
    <p:extLst>
      <p:ext uri="{BB962C8B-B14F-4D97-AF65-F5344CB8AC3E}">
        <p14:creationId xmlns:p14="http://schemas.microsoft.com/office/powerpoint/2010/main" val="72297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5606-BADA-8262-8968-2853A05D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benefits/hurts from the crisis?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C82E3-D792-4BFF-BD94-E5CD3AAC9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EADA2-6F23-38B7-86C5-819FD1D713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Owners of AI datacenters</a:t>
            </a:r>
          </a:p>
          <a:p>
            <a:r>
              <a:rPr lang="en-US" dirty="0"/>
              <a:t>GPU manufacturers</a:t>
            </a:r>
          </a:p>
          <a:p>
            <a:pPr lvl="1"/>
            <a:r>
              <a:rPr lang="en-US" dirty="0"/>
              <a:t>NVIDIA for example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C02A9-C08D-459B-25B3-937BD1AFF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Harm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2269B-9023-1DF2-0C8A-0D4CD5A424E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PC/laptop companies who must buy at a higher price</a:t>
            </a:r>
          </a:p>
          <a:p>
            <a:r>
              <a:rPr lang="en-US" dirty="0"/>
              <a:t>Consumers who must buy computers/equipment at higher price</a:t>
            </a:r>
          </a:p>
        </p:txBody>
      </p:sp>
    </p:spTree>
    <p:extLst>
      <p:ext uri="{BB962C8B-B14F-4D97-AF65-F5344CB8AC3E}">
        <p14:creationId xmlns:p14="http://schemas.microsoft.com/office/powerpoint/2010/main" val="4058195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The Ram Crisis</vt:lpstr>
      <vt:lpstr>What Is the Ram Crisis</vt:lpstr>
      <vt:lpstr>Why is there a Ram Crisis?</vt:lpstr>
      <vt:lpstr>Who benefits/hurts from the crisis?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 Jenkins</dc:creator>
  <cp:lastModifiedBy>Brady Jenkins</cp:lastModifiedBy>
  <cp:revision>1</cp:revision>
  <dcterms:created xsi:type="dcterms:W3CDTF">2026-01-27T08:58:47Z</dcterms:created>
  <dcterms:modified xsi:type="dcterms:W3CDTF">2026-01-28T23:14:09Z</dcterms:modified>
</cp:coreProperties>
</file>